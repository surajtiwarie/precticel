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7112" y="3566160"/>
            <a:ext cx="4206240" cy="4206240"/>
          </a:xfrm>
          <a:prstGeom prst="ellipse">
            <a:avLst/>
          </a:prstGeom>
          <a:solidFill>
            <a:srgbClr val="7E3B54"/>
          </a:solidFill>
          <a:ln/>
        </p:spPr>
      </p:sp>
      <p:sp>
        <p:nvSpPr>
          <p:cNvPr id="3" name="Shape 1"/>
          <p:cNvSpPr/>
          <p:nvPr/>
        </p:nvSpPr>
        <p:spPr>
          <a:xfrm>
            <a:off x="10085832" y="2103120"/>
            <a:ext cx="2743200" cy="2743200"/>
          </a:xfrm>
          <a:prstGeom prst="ellipse">
            <a:avLst/>
          </a:prstGeom>
          <a:solidFill>
            <a:srgbClr val="9C4F63"/>
          </a:solidFill>
          <a:ln/>
        </p:spPr>
      </p:sp>
      <p:sp>
        <p:nvSpPr>
          <p:cNvPr id="4" name="Shape 2"/>
          <p:cNvSpPr/>
          <p:nvPr/>
        </p:nvSpPr>
        <p:spPr>
          <a:xfrm>
            <a:off x="10817352" y="548640"/>
            <a:ext cx="1463040" cy="1463040"/>
          </a:xfrm>
          <a:prstGeom prst="ellipse">
            <a:avLst/>
          </a:prstGeom>
          <a:solidFill>
            <a:srgbClr val="B85C7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FUNDAMENTALS   ·   PRACTICAL EXAMINATION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8686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classification based on size, power and purpose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Suraj Tiwari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5074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50" kern="0" dirty="0">
                <a:solidFill>
                  <a:srgbClr val="C9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ROLL NO.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63440" y="5349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00250809000808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  — 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Classification of 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A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classified on the basis of their size, processing power, speed and purpose of use — into Supercomputers, Mainframes, Minicomputers and Microcomputers.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 ·  SIZE  ·  SPEED  ·  POWER  ·  PURPOSE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586484" y="3813048"/>
            <a:ext cx="685800" cy="6858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0" name="Image 0" descr="icon-su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638" y="3902202"/>
            <a:ext cx="507492" cy="5074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66344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Supercomputer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2960" y="50749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and most powerful machines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38144" y="35204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4548" y="3813048"/>
            <a:ext cx="685800" cy="6858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5" name="Image 1" descr="icon-main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702" y="3902202"/>
            <a:ext cx="507492" cy="5074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75304" y="466344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21024" y="50749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for large organisations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36208" y="35204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82612" y="3813048"/>
            <a:ext cx="685800" cy="6858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0" name="Image 2" descr="icon-mi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766" y="3902202"/>
            <a:ext cx="507492" cy="5074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3368" y="466344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Minicomputer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19088" y="50749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Mid-sized, multi-user systems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034272" y="3520440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980676" y="3813048"/>
            <a:ext cx="685800" cy="6858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5" name="Image 3" descr="icon-mic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830" y="3902202"/>
            <a:ext cx="507492" cy="50749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466344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Microcomputer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217152" y="5074920"/>
            <a:ext cx="22128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computers and laptops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TYPES OF COMPUTERS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  — 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Supercomputer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6B2E45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and most powerful type of computer, designed to perform highly complex calculations and large-scale data processing at extremely high speeds.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MEASURED IN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FLOPS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74920" y="169164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993392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2" name="Image 0" descr="icon-sp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7221" y="2067093"/>
            <a:ext cx="419527" cy="4195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18196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Extremely High Speed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80760" y="220370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billions of floating-point operations per second on complex calculations.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3008376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310128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7" name="Image 1" descr="icon-sci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21" y="3383829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80760" y="3136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Applications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080760" y="3520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weather forecasting, space exploration, research and large-scale simulations.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74920" y="4325112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3520" y="4626864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2" name="Image 2" descr="icon-co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21" y="4700565"/>
            <a:ext cx="419527" cy="4195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4453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Large &amp; Expensive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080760" y="483717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Occupies huge space, consumes massive power and is extremely costly to build and maintain.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TYPES OF COMPUTERS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  — 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Mainframe Computer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6B2E45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large, powerful computer used by big organisations to process and manage bulk data reliably, securely and continuously over long periods.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× 7 Operation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74920" y="169164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993392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2" name="Image 0" descr="icon-reli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7221" y="2067093"/>
            <a:ext cx="419527" cy="4195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18196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Reliability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80760" y="220370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continuous uptime over long periods — rarely goes down or fails.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3008376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310128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7" name="Image 1" descr="icon-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21" y="3383829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80760" y="3136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Hundreds of Users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080760" y="3520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many users and multiple programs running at the same time.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74920" y="4325112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3520" y="4626864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2" name="Image 2" descr="icon-enterpri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21" y="4700565"/>
            <a:ext cx="419527" cy="4195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4453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Workhorse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080760" y="483717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used in banks, government departments, airlines and large enterprises.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TYPES OF COMPUTERS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  — 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Minicomputer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6B2E45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mid-sized computer with processing power between mainframes and microcomputers, used for specific organisational and technical tasks.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Mid-Range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74920" y="169164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993392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2" name="Image 0" descr="ico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7221" y="2067093"/>
            <a:ext cx="419527" cy="4195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18196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Support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80760" y="220370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users can work on the same system at the same time.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3008376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310128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7" name="Image 1" descr="icon-mid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21" y="3383829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80760" y="3136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Mid-Range Power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080760" y="3520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in cost, size and capacity — between mainframe and micro.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74920" y="4325112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3520" y="4626864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2" name="Image 2" descr="icon-enterpri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21" y="4700565"/>
            <a:ext cx="419527" cy="4195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4453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Deployments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080760" y="483717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businesses, colleges, hospitals and research laboratories.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TYPES OF COMPUTERS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 — 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Microcomputer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114800" cy="2331720"/>
          </a:xfrm>
          <a:prstGeom prst="roundRect">
            <a:avLst>
              <a:gd name="adj" fmla="val 4706"/>
            </a:avLst>
          </a:prstGeom>
          <a:solidFill>
            <a:srgbClr val="6B2E45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202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low-cost computer built around a microprocessor, designed mainly for personal, home and individual use.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4617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Microprocessor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074920" y="1691640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0" y="1993392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2" name="Image 0" descr="icon-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7221" y="2067093"/>
            <a:ext cx="419527" cy="41952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80760" y="1819656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Single-User Design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80760" y="2203704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lightweight and portable — built around a single microprocessor chip.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74920" y="3008376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03520" y="3310128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17" name="Image 1" descr="icon-affordab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7221" y="3383829"/>
            <a:ext cx="419527" cy="41952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080760" y="31363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Affordable &amp; Accessible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080760" y="352044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 price and widely available for home, school and office use.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074920" y="4325112"/>
            <a:ext cx="64465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5303520" y="4626864"/>
            <a:ext cx="566928" cy="566928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2" name="Image 2" descr="icon-everyd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21" y="4700565"/>
            <a:ext cx="419527" cy="41952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44531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Everyday Examples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6080760" y="4837176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computers, laptops, tablets and smartphones.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TYPES OF COMPUTERS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85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   —   SMARTART HIERARCHY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Hierarchy of Computers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05756" y="160020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6B2E45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05756" y="16002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4476" y="2240280"/>
            <a:ext cx="0" cy="320040"/>
          </a:xfrm>
          <a:prstGeom prst="line">
            <a:avLst/>
          </a:prstGeom>
          <a:noFill/>
          <a:ln w="19050">
            <a:solidFill>
              <a:srgbClr val="B85C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56916" y="2240280"/>
            <a:ext cx="0" cy="32004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39596" y="2560320"/>
            <a:ext cx="2834640" cy="594360"/>
          </a:xfrm>
          <a:prstGeom prst="roundRect">
            <a:avLst>
              <a:gd name="adj" fmla="val 13846"/>
            </a:avLst>
          </a:prstGeom>
          <a:solidFill>
            <a:srgbClr val="B85C74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39596" y="25603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4476" y="2240280"/>
            <a:ext cx="0" cy="32004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7156" y="2560320"/>
            <a:ext cx="2834640" cy="594360"/>
          </a:xfrm>
          <a:prstGeom prst="roundRect">
            <a:avLst>
              <a:gd name="adj" fmla="val 13846"/>
            </a:avLst>
          </a:prstGeom>
          <a:solidFill>
            <a:srgbClr val="6B2E45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77156" y="25603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9432036" y="2240280"/>
            <a:ext cx="0" cy="32004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14716" y="2560320"/>
            <a:ext cx="2834640" cy="594360"/>
          </a:xfrm>
          <a:prstGeom prst="roundRect">
            <a:avLst>
              <a:gd name="adj" fmla="val 13846"/>
            </a:avLst>
          </a:prstGeom>
          <a:solidFill>
            <a:srgbClr val="B85C74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14716" y="256032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spc="100" kern="0" dirty="0">
                <a:solidFill>
                  <a:srgbClr val="FFF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56916" y="2240280"/>
            <a:ext cx="6675120" cy="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4476" y="3154680"/>
            <a:ext cx="0" cy="18288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95144" y="3337560"/>
            <a:ext cx="7598664" cy="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95144" y="3337560"/>
            <a:ext cx="0" cy="18288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29284" y="35204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66544" y="3648456"/>
            <a:ext cx="457200" cy="4572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2" name="Image 0" descr="icon-sup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980" y="3707892"/>
            <a:ext cx="338328" cy="3383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20724" y="41422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Supercomputer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828032" y="3337560"/>
            <a:ext cx="0" cy="18288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62172" y="35204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99432" y="3648456"/>
            <a:ext cx="457200" cy="4572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27" name="Image 1" descr="icon-main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868" y="3707892"/>
            <a:ext cx="338328" cy="33832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753612" y="41422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7360920" y="3337560"/>
            <a:ext cx="0" cy="18288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195060" y="35204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132320" y="3648456"/>
            <a:ext cx="457200" cy="4572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32" name="Image 2" descr="icon-min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756" y="3707892"/>
            <a:ext cx="338328" cy="33832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286500" y="41422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Minicomputer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9893808" y="3337560"/>
            <a:ext cx="0" cy="182880"/>
          </a:xfrm>
          <a:prstGeom prst="line">
            <a:avLst/>
          </a:prstGeom>
          <a:noFill/>
          <a:ln w="15875">
            <a:solidFill>
              <a:srgbClr val="B85C7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727948" y="3520440"/>
            <a:ext cx="23317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6B2E45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9665208" y="3648456"/>
            <a:ext cx="457200" cy="457200"/>
          </a:xfrm>
          <a:prstGeom prst="ellipse">
            <a:avLst/>
          </a:prstGeom>
          <a:solidFill>
            <a:srgbClr val="B85C74"/>
          </a:solidFill>
          <a:ln/>
        </p:spPr>
      </p:sp>
      <p:pic>
        <p:nvPicPr>
          <p:cNvPr id="37" name="Image 3" descr="icon-mic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4" y="3707892"/>
            <a:ext cx="338328" cy="33832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8819388" y="4142232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4A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Microcomputer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computers combine the features of both analog and digital systems.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TYPES OF COMPUTERS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8897112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9C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Computers</dc:title>
  <dc:subject>PptxGenJS Presentation</dc:subject>
  <dc:creator>Suraj Tiwari</dc:creator>
  <cp:lastModifiedBy>Suraj Tiwari</cp:lastModifiedBy>
  <cp:revision>1</cp:revision>
  <dcterms:created xsi:type="dcterms:W3CDTF">2026-07-06T11:49:13Z</dcterms:created>
  <dcterms:modified xsi:type="dcterms:W3CDTF">2026-07-06T11:49:13Z</dcterms:modified>
</cp:coreProperties>
</file>